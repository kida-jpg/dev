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システム部門 増員提案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提出日: 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目的と結論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目的: 18か月以内に開発・運用能力を150%へ引き上げ、品質と納期リスクを抑制</a:t>
            </a:r>
          </a:p>
          <a:p>
            <a:pPr/>
            <a:r>
              <a:t>結論: SE1名＋アプリ開発者1名を今四半期内に採用し、18か月で投資回収</a:t>
            </a:r>
          </a:p>
          <a:p>
            <a:pPr/>
            <a:r>
              <a:t>初年度純効果+43百万円、18か月ROI 120%(標準シナリオ)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月間リリース件数: 現状10→目標15、レビュー待ちと自動化不足がボトルネック</a:t>
            </a:r>
          </a:p>
          <a:p>
            <a:pPr/>
            <a:r>
              <a:t>稼働率: 126%で残業と離職リスクが顕在化</a:t>
            </a:r>
          </a:p>
          <a:p>
            <a:pPr/>
            <a:r>
              <a:t>障害再発率: 7.2%(目標3%以下)でQA容量不足</a:t>
            </a:r>
          </a:p>
          <a:p>
            <a:pPr/>
            <a:r>
              <a:t>売上影響案件: 四半期4件の遅延が継続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需要超過: 案件数+38%、外注比率20%→35%</a:t>
            </a:r>
          </a:p>
          <a:p>
            <a:pPr/>
            <a:r>
              <a:t>品質低下リスク: QA時間平均-30%、改修コスト月6百万円</a:t>
            </a:r>
          </a:p>
          <a:p>
            <a:pPr/>
            <a:r>
              <a:t>人材リスク: キーパーソン残業45h超/人、離職時インパクト年-1.2億円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追加コスト見積 (年額)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SE: 基本給+賞与8.0百万円、社会保険1.6、採用1.2、研修0.5、設備0.3</a:t>
            </a:r>
          </a:p>
          <a:p>
            <a:pPr/>
            <a:r>
              <a:t>アプリ開発者: 基本給+賞与7.0百万円、社会保険1.4、採用1.2、研修0.5、設備0.3</a:t>
            </a:r>
          </a:p>
          <a:p>
            <a:pPr/>
            <a:r>
              <a:t>初年度総額: 22.0百万円 (採用費含む) / 次年度以降: 19.6百万円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期待効果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売上機会: 年間6件の優先案件追加で+28百万円</a:t>
            </a:r>
          </a:p>
          <a:p>
            <a:pPr/>
            <a:r>
              <a:t>SLA違反ペナルティ削減: 夜間対応強化で+6百万円</a:t>
            </a:r>
          </a:p>
          <a:p>
            <a:pPr/>
            <a:r>
              <a:t>外注費圧縮: ベンダー稼働20%削減で+12百万円</a:t>
            </a:r>
          </a:p>
          <a:p>
            <a:pPr/>
            <a:r>
              <a:t>品質コスト削減: 再発障害率低下で+8百万円</a:t>
            </a:r>
          </a:p>
          <a:p>
            <a:pPr/>
            <a:r>
              <a:t>年間効果合計 +54百万円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投資回収シナリオ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0-6か月: キャッシュフロー▲11〜12百万円 (採用・立上げ)</a:t>
            </a:r>
          </a:p>
          <a:p>
            <a:pPr/>
            <a:r>
              <a:t>7-12か月: +10〜24百万円 (稼働安定・外注削減)</a:t>
            </a:r>
          </a:p>
          <a:p>
            <a:pPr/>
            <a:r>
              <a:t>13-18か月: +8〜26百万円 (リリース増と品質効果定着)</a:t>
            </a:r>
          </a:p>
          <a:p>
            <a:pPr/>
            <a:r>
              <a:t>投資回収: 保守15か月 / 標準12か月 / 楽観10か月</a:t>
            </a:r>
          </a:p>
          <a:p>
            <a:pPr/>
            <a:r>
              <a:t>ROI(18か月): 68%〜160%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KPIとモニタリング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稼働率(週次): 95%以下、BIダッシュボードで可視化</a:t>
            </a:r>
          </a:p>
          <a:p>
            <a:pPr/>
            <a:r>
              <a:t>リリース件数(四半期): 15件目標、PMO管理</a:t>
            </a:r>
          </a:p>
          <a:p>
            <a:pPr/>
            <a:r>
              <a:t>障害再発率(月次): QAリーダーがレビュー</a:t>
            </a:r>
          </a:p>
          <a:p>
            <a:pPr/>
            <a:r>
              <a:t>外注比率(四半期): 20%以下、財務が報告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リスクと対策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採用競争激化→オファーバンド幅とリファラル強化</a:t>
            </a:r>
          </a:p>
          <a:p>
            <a:pPr/>
            <a:r>
              <a:t>オンボーディング遅延→30-60-90日プランとメンター配置</a:t>
            </a:r>
          </a:p>
          <a:p>
            <a:pPr/>
            <a:r>
              <a:t>需要変動→ロードマップ再評価と派遣/委託の併用</a:t>
            </a:r>
          </a:p>
          <a:p>
            <a:pPr/>
            <a:r>
              <a:t>受け入れ疲弊→リード層サポートチームで負荷分散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90日実行プラン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0-30日: JD更新、採用チャネル予算承認、選考フロー短縮</a:t>
            </a:r>
          </a:p>
          <a:p>
            <a:pPr/>
            <a:r>
              <a:t>31-60日: 面接〜内定、テスト自動化刷新計画を策定</a:t>
            </a:r>
          </a:p>
          <a:p>
            <a:pPr/>
            <a:r>
              <a:t>61-90日: 入社・オンボーディング、スプリント体制を3チームへ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意思決定ポイント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役員会承認: 今月末までにROIとリスク許容度へ合意</a:t>
            </a:r>
          </a:p>
          <a:p>
            <a:pPr/>
            <a:r>
              <a:t>予算確定: 次期予算編成会議(来月第1週)で承認</a:t>
            </a:r>
          </a:p>
          <a:p>
            <a:pPr/>
            <a:r>
              <a:t>KPIレビュー: 承認後、月次経営会議でモニタリング開始</a:t>
            </a:r>
          </a:p>
          <a:p>
            <a:pPr/>
            <a:r>
              <a:t>補足資料: 詳細試算シート、ロードマップ、組織図案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